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Residential 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Valuation Report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Name: {{client_name}}</a:t>
            </a:r>
          </a:p>
          <a:p>
            <a:r>
              <a:t>Date: {{date}}</a:t>
            </a:r>
          </a:p>
          <a:p>
            <a:r>
              <a:t>Purpose: {{purpose}}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